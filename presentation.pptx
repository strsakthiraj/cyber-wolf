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885" y="1463560"/>
            <a:ext cx="13084230" cy="7359879"/>
          </a:xfrm>
          <a:custGeom>
            <a:avLst/>
            <a:gdLst/>
            <a:ahLst/>
            <a:cxnLst/>
            <a:rect r="r" b="b" t="t" l="l"/>
            <a:pathLst>
              <a:path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885" y="1463560"/>
            <a:ext cx="13084230" cy="7359879"/>
          </a:xfrm>
          <a:custGeom>
            <a:avLst/>
            <a:gdLst/>
            <a:ahLst/>
            <a:cxnLst/>
            <a:rect r="r" b="b" t="t" l="l"/>
            <a:pathLst>
              <a:path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885" y="1463560"/>
            <a:ext cx="13084230" cy="7359879"/>
          </a:xfrm>
          <a:custGeom>
            <a:avLst/>
            <a:gdLst/>
            <a:ahLst/>
            <a:cxnLst/>
            <a:rect r="r" b="b" t="t" l="l"/>
            <a:pathLst>
              <a:path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885" y="1463560"/>
            <a:ext cx="13084230" cy="7359879"/>
          </a:xfrm>
          <a:custGeom>
            <a:avLst/>
            <a:gdLst/>
            <a:ahLst/>
            <a:cxnLst/>
            <a:rect r="r" b="b" t="t" l="l"/>
            <a:pathLst>
              <a:path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885" y="1463560"/>
            <a:ext cx="13084230" cy="7359879"/>
          </a:xfrm>
          <a:custGeom>
            <a:avLst/>
            <a:gdLst/>
            <a:ahLst/>
            <a:cxnLst/>
            <a:rect r="r" b="b" t="t" l="l"/>
            <a:pathLst>
              <a:path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885" y="1463560"/>
            <a:ext cx="13084230" cy="7359879"/>
          </a:xfrm>
          <a:custGeom>
            <a:avLst/>
            <a:gdLst/>
            <a:ahLst/>
            <a:cxnLst/>
            <a:rect r="r" b="b" t="t" l="l"/>
            <a:pathLst>
              <a:path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0942" y="731780"/>
            <a:ext cx="15686115" cy="8823440"/>
          </a:xfrm>
          <a:custGeom>
            <a:avLst/>
            <a:gdLst/>
            <a:ahLst/>
            <a:cxnLst/>
            <a:rect r="r" b="b" t="t" l="l"/>
            <a:pathLst>
              <a:path h="8823440" w="15686115">
                <a:moveTo>
                  <a:pt x="0" y="0"/>
                </a:moveTo>
                <a:lnTo>
                  <a:pt x="15686116" y="0"/>
                </a:lnTo>
                <a:lnTo>
                  <a:pt x="15686116" y="8823440"/>
                </a:lnTo>
                <a:lnTo>
                  <a:pt x="0" y="8823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DAHQ9EMVxEo</dc:identifier>
  <dcterms:modified xsi:type="dcterms:W3CDTF">2011-08-01T06:04:30Z</dcterms:modified>
  <cp:revision>1</cp:revision>
</cp:coreProperties>
</file>